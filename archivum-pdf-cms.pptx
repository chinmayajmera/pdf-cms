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5" r:id="rId7"/>
    <p:sldId id="264" r:id="rId8"/>
    <p:sldId id="266" r:id="rId9"/>
    <p:sldId id="267" r:id="rId10"/>
    <p:sldId id="262" r:id="rId11"/>
    <p:sldId id="263" r:id="rId12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5879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DF339-51A8-7888-5516-AEB5711AF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3D2300-E296-0E5B-DEE3-26B0A90B46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BB8354-533A-52C5-FBA0-89F68F0811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826728-EA27-A58C-DBF9-C0136A45F2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7791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409A1-2328-4037-9F85-F09D6A598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CF5A12-8267-7B76-DE90-F68BA2C369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9F390E-0B76-0B71-A87D-004D186CD2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F4E7AD-AA6E-1BCB-FC74-96BFF34993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911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705EA-0DE5-AB4C-92A2-A7DE2B317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1E37BC-6876-B2E8-B992-A56CC5C65B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87C817-8A84-7515-3FA8-14CFD96BE0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0DFD73-98D1-E244-4F48-206AB041F9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8078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46C42-BDD5-AD81-B929-821541C24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C1D171-BCB3-C26C-658E-D6ED67756A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2FFCFA-77FB-094B-6A7D-C66C382556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96AB52-176E-7EF9-86AF-F021B61650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8430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80902" y="950797"/>
            <a:ext cx="7182197" cy="3230963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085851" y="1058711"/>
            <a:ext cx="6972300" cy="302607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3851910" y="950798"/>
            <a:ext cx="1440180" cy="548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3937635" y="950798"/>
            <a:ext cx="1268730" cy="483971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1281" y="1568447"/>
            <a:ext cx="6801440" cy="19431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5400" b="0" kern="1200" cap="all" spc="-75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1575" y="3511547"/>
            <a:ext cx="6803136" cy="3429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200" spc="60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200"/>
            </a:lvl2pPr>
            <a:lvl3pPr marL="685800" indent="0" algn="ctr">
              <a:buNone/>
              <a:defRPr sz="12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3989070" y="1005942"/>
            <a:ext cx="1165860" cy="395410"/>
          </a:xfrm>
        </p:spPr>
        <p:txBody>
          <a:bodyPr/>
          <a:lstStyle>
            <a:lvl1pPr algn="ctr">
              <a:defRPr sz="975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4BDF68E2-58F2-4D09-BE8B-E3BD06533059}" type="datetimeFigureOut">
              <a:rPr lang="en-US" smtClean="0"/>
              <a:t>2/27/2026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090422" y="3908295"/>
            <a:ext cx="4429125" cy="17145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6455190" y="3909060"/>
            <a:ext cx="1583911" cy="1714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0333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smtClean="0"/>
              <a:t>2/27/2026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447040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980902" y="950797"/>
            <a:ext cx="7182197" cy="3230963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085850" y="1058711"/>
            <a:ext cx="6972300" cy="302607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3851910" y="950798"/>
            <a:ext cx="1440180" cy="548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3937635" y="950798"/>
            <a:ext cx="1268730" cy="483971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717" y="1570732"/>
            <a:ext cx="6803136" cy="1940814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5400" kern="1200" cap="all" spc="-75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2718" y="3511547"/>
            <a:ext cx="6803136" cy="342900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  <a:effectLst/>
              </a:defRPr>
            </a:lvl1pPr>
            <a:lvl2pPr marL="3429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91356" y="1008377"/>
            <a:ext cx="1165860" cy="397764"/>
          </a:xfrm>
        </p:spPr>
        <p:txBody>
          <a:bodyPr/>
          <a:lstStyle>
            <a:lvl1pPr algn="ctr">
              <a:defRPr lang="en-US" sz="975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20EBB0C4-6273-4C6E-B9BD-2EDC30F1CD52}" type="datetimeFigureOut">
              <a:rPr lang="en-US" smtClean="0"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90165" y="3908295"/>
            <a:ext cx="4430268" cy="17145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3378" y="3908295"/>
            <a:ext cx="1584198" cy="171450"/>
          </a:xfr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17370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0100" y="1577340"/>
            <a:ext cx="3566160" cy="281178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7740" y="1577340"/>
            <a:ext cx="3566160" cy="281178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smtClean="0"/>
              <a:t>2/27/2026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87741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2386" y="1555751"/>
            <a:ext cx="3566160" cy="48006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425" b="0">
                <a:solidFill>
                  <a:schemeClr val="tx2"/>
                </a:solidFill>
                <a:latin typeface="+mn-lt"/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2386" y="2066924"/>
            <a:ext cx="3566160" cy="240030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80026" y="1555751"/>
            <a:ext cx="3566160" cy="48006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425" b="0">
                <a:solidFill>
                  <a:schemeClr val="tx2"/>
                </a:solidFill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80026" y="2067436"/>
            <a:ext cx="3566160" cy="240030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smtClean="0"/>
              <a:t>2/27/2026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689058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smtClean="0"/>
              <a:t>2/27/2026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986493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smtClean="0"/>
              <a:t>2/27/2026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756953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84147" y="178308"/>
            <a:ext cx="6398514" cy="47868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6765290" y="178308"/>
            <a:ext cx="2194560" cy="4786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455544"/>
            <a:ext cx="1823085" cy="1234440"/>
          </a:xfrm>
        </p:spPr>
        <p:txBody>
          <a:bodyPr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1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0" y="457200"/>
            <a:ext cx="5829300" cy="400050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1714500"/>
            <a:ext cx="1823085" cy="26289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050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BBEA6-7C60-4B02-AE87-00D78D8422AF}" type="datetimeFigureOut">
              <a:rPr lang="en-US" smtClean="0"/>
              <a:t>2/27/2026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7795258" y="4667252"/>
            <a:ext cx="1097280" cy="20574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6868160" y="281178"/>
            <a:ext cx="1988820" cy="4581144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0591492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765290" y="178308"/>
            <a:ext cx="2194560" cy="4786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452628"/>
            <a:ext cx="1824228" cy="1234440"/>
          </a:xfrm>
        </p:spPr>
        <p:txBody>
          <a:bodyPr anchor="b">
            <a:noAutofit/>
          </a:bodyPr>
          <a:lstStyle>
            <a:lvl1pPr algn="l">
              <a:defRPr sz="21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1449" y="178308"/>
            <a:ext cx="6398514" cy="4786884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1714500"/>
            <a:ext cx="1824228" cy="2626614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600"/>
              </a:spcBef>
              <a:buNone/>
              <a:defRPr sz="1050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C9CAD897-D46E-4AD2-BD9B-49DD3E640873}" type="datetimeFigureOut">
              <a:rPr lang="en-US" smtClean="0"/>
              <a:t>2/27/2026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685800" rtl="0" eaLnBrk="1" latinLnBrk="0" hangingPunct="1">
              <a:defRPr lang="en-US" sz="75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97546" y="4670298"/>
            <a:ext cx="1097280" cy="20574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6868160" y="281178"/>
            <a:ext cx="1988820" cy="4581144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8627681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smtClean="0"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585319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571500"/>
            <a:ext cx="1771650" cy="39433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571500"/>
            <a:ext cx="6057900" cy="39433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smtClean="0"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55240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946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6022" y="178308"/>
            <a:ext cx="8791956" cy="4786884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0100" y="481946"/>
            <a:ext cx="7543800" cy="1028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0100" y="1577340"/>
            <a:ext cx="7543800" cy="29489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5740" y="4730754"/>
            <a:ext cx="2057400" cy="2057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7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98624D31-43A5-475A-80CF-332C9F6DCF35}" type="datetimeFigureOut">
              <a:rPr lang="en-US" smtClean="0"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17470" y="4730754"/>
            <a:ext cx="3909060" cy="2057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7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52410" y="4730754"/>
            <a:ext cx="1097280" cy="2057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7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9076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lang="en-US" sz="36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37160" indent="-137160" algn="l" defTabSz="685800" rtl="0" eaLnBrk="1" latinLnBrk="0" hangingPunct="1">
        <a:lnSpc>
          <a:spcPct val="100000"/>
        </a:lnSpc>
        <a:spcBef>
          <a:spcPts val="675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indent="-13716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20000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142500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165000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187500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D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13716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kern="0" spc="12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ARCHIVUM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0" y="2468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kern="0" spc="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PDF Content Management System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0" y="3200400"/>
            <a:ext cx="2743200" cy="0"/>
          </a:xfrm>
          <a:prstGeom prst="line">
            <a:avLst/>
          </a:prstGeom>
          <a:noFill/>
          <a:ln w="12700">
            <a:solidFill>
              <a:srgbClr val="8A6F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3842063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kern="0" spc="2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Chinmay Ajmera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8A6F44"/>
          </a:solidFill>
          <a:ln w="12700">
            <a:solidFill>
              <a:srgbClr val="8A6F44"/>
            </a:solidFill>
            <a:prstDash val="solid"/>
          </a:ln>
        </p:spPr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32E51553-E1F8-9CB2-CBDC-8168F57EDA44}"/>
              </a:ext>
            </a:extLst>
          </p:cNvPr>
          <p:cNvSpPr/>
          <p:nvPr/>
        </p:nvSpPr>
        <p:spPr>
          <a:xfrm>
            <a:off x="-2348" y="3331699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kern="0" spc="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CRUD app deployed on docker and </a:t>
            </a:r>
            <a:r>
              <a:rPr lang="en-US" sz="1800" kern="0" spc="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816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" cy="54864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What Is Archivum?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self-contained PDF library — upload, organise, search, and manage documents from a single browser tab. No external services, no cloud storage, no complexity.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use a separate storage to act as a centralized database of documents with option of multiple concurrent access.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2560320" cy="2560320"/>
          </a:xfrm>
          <a:prstGeom prst="rect">
            <a:avLst/>
          </a:prstGeom>
          <a:solidFill>
            <a:srgbClr val="201E1B"/>
          </a:solidFill>
          <a:ln w="9525">
            <a:solidFill>
              <a:srgbClr val="2E2B2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20574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Upload PDFs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127248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 or browse.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stored in SQLite.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920240"/>
            <a:ext cx="2560320" cy="2560320"/>
          </a:xfrm>
          <a:prstGeom prst="rect">
            <a:avLst/>
          </a:prstGeom>
          <a:solidFill>
            <a:srgbClr val="201E1B"/>
          </a:solidFill>
          <a:ln w="9525">
            <a:solidFill>
              <a:srgbClr val="2E2B2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20574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91840" y="26974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 &amp; Filter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91840" y="3127248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search across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titles, tags, descriptions.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920240"/>
            <a:ext cx="2560320" cy="2560320"/>
          </a:xfrm>
          <a:prstGeom prst="rect">
            <a:avLst/>
          </a:prstGeom>
          <a:solidFill>
            <a:srgbClr val="201E1B"/>
          </a:solidFill>
          <a:ln w="9525">
            <a:solidFill>
              <a:srgbClr val="2E2B2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20574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126480" y="26974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CRUD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126480" y="3127248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read, update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delete documents.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D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" cy="54864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749808"/>
          </a:xfrm>
          <a:prstGeom prst="rect">
            <a:avLst/>
          </a:prstGeom>
          <a:solidFill>
            <a:srgbClr val="201E1B"/>
          </a:solidFill>
          <a:ln w="9525">
            <a:solidFill>
              <a:srgbClr val="2E2B2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54864" cy="749808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2529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A6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58368" y="149961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HTML + CSS + JavaScript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0" y="135331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Single-file template served by FastAPI. Jinja2 rendering. No build step.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0" y="1280160"/>
            <a:ext cx="0" cy="566928"/>
          </a:xfrm>
          <a:prstGeom prst="line">
            <a:avLst/>
          </a:prstGeom>
          <a:noFill/>
          <a:ln w="9525">
            <a:solidFill>
              <a:srgbClr val="2E2B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084832"/>
            <a:ext cx="8229600" cy="749808"/>
          </a:xfrm>
          <a:prstGeom prst="rect">
            <a:avLst/>
          </a:prstGeom>
          <a:solidFill>
            <a:srgbClr val="201E1B"/>
          </a:solidFill>
          <a:ln w="9525">
            <a:solidFill>
              <a:srgbClr val="2E2B2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084832"/>
            <a:ext cx="54864" cy="749808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1214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A6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58368" y="239572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FastAPI (Python 3.11)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40480" y="224942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REST endpoints — upload, list, view, download, edit, delete, search.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0" y="2176272"/>
            <a:ext cx="0" cy="566928"/>
          </a:xfrm>
          <a:prstGeom prst="line">
            <a:avLst/>
          </a:prstGeom>
          <a:noFill/>
          <a:ln w="9525">
            <a:solidFill>
              <a:srgbClr val="2E2B2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80944"/>
            <a:ext cx="8229600" cy="749808"/>
          </a:xfrm>
          <a:prstGeom prst="rect">
            <a:avLst/>
          </a:prstGeom>
          <a:solidFill>
            <a:srgbClr val="201E1B"/>
          </a:solidFill>
          <a:ln w="9525">
            <a:solidFill>
              <a:srgbClr val="2E2B2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980944"/>
            <a:ext cx="54864" cy="749808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017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A6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8368" y="32918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SQLite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840480" y="314553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document metadata. Lives at /app/data/cms.db inside the container.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0" y="3072384"/>
            <a:ext cx="0" cy="566928"/>
          </a:xfrm>
          <a:prstGeom prst="line">
            <a:avLst/>
          </a:prstGeom>
          <a:noFill/>
          <a:ln w="9525">
            <a:solidFill>
              <a:srgbClr val="2E2B2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877056"/>
            <a:ext cx="8229600" cy="749808"/>
          </a:xfrm>
          <a:prstGeom prst="rect">
            <a:avLst/>
          </a:prstGeom>
          <a:solidFill>
            <a:srgbClr val="201E1B"/>
          </a:solidFill>
          <a:ln w="9525">
            <a:solidFill>
              <a:srgbClr val="2E2B2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877056"/>
            <a:ext cx="54864" cy="749808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39136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A6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8368" y="418795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Filesystem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840480" y="40416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 stored at /app/uploads/ with UUID filenames. Seed files pre-loaded.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0" y="3968496"/>
            <a:ext cx="0" cy="566928"/>
          </a:xfrm>
          <a:prstGeom prst="line">
            <a:avLst/>
          </a:prstGeom>
          <a:noFill/>
          <a:ln w="9525">
            <a:solidFill>
              <a:srgbClr val="2E2B26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816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" cy="54864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API Endpoints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005840" cy="40233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7957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00200" y="117957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/documents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63440" y="1179576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PDF with title, description &amp; tags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64792"/>
            <a:ext cx="1005840" cy="402336"/>
          </a:xfrm>
          <a:prstGeom prst="rect">
            <a:avLst/>
          </a:prstGeom>
          <a:solidFill>
            <a:srgbClr val="5A9E72"/>
          </a:solidFill>
          <a:ln w="12700">
            <a:solidFill>
              <a:srgbClr val="5A9E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013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00200" y="180136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/documents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63440" y="180136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documents (supports ?search= query)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386584"/>
            <a:ext cx="1005840" cy="402336"/>
          </a:xfrm>
          <a:prstGeom prst="rect">
            <a:avLst/>
          </a:prstGeom>
          <a:solidFill>
            <a:srgbClr val="5A9E72"/>
          </a:solidFill>
          <a:ln w="12700">
            <a:solidFill>
              <a:srgbClr val="5A9E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42316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00200" y="242316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/documents/{id}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0" y="242316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metadata for a single document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08376"/>
            <a:ext cx="1005840" cy="402336"/>
          </a:xfrm>
          <a:prstGeom prst="rect">
            <a:avLst/>
          </a:prstGeom>
          <a:solidFill>
            <a:srgbClr val="5A9E72"/>
          </a:solidFill>
          <a:ln w="12700">
            <a:solidFill>
              <a:srgbClr val="5A9E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0449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00200" y="304495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/documents/{id}/file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63440" y="304495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/ download the PDF file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630168"/>
            <a:ext cx="1005840" cy="402336"/>
          </a:xfrm>
          <a:prstGeom prst="rect">
            <a:avLst/>
          </a:prstGeom>
          <a:solidFill>
            <a:srgbClr val="6E8FC9"/>
          </a:solidFill>
          <a:ln w="12700">
            <a:solidFill>
              <a:srgbClr val="6E8FC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66674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600200" y="366674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/documents/{id}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63440" y="3666744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title, description, or tags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251960"/>
            <a:ext cx="1005840" cy="402336"/>
          </a:xfrm>
          <a:prstGeom prst="rect">
            <a:avLst/>
          </a:prstGeom>
          <a:solidFill>
            <a:srgbClr val="C0614A"/>
          </a:solidFill>
          <a:ln w="12700">
            <a:solidFill>
              <a:srgbClr val="C061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28853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600200" y="428853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/documents/{id}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663440" y="4288536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document and remove file from disk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D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" cy="54864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Home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663440" y="4173181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6D963404-47AF-E057-7C3E-798473E7D9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2000" y="1044096"/>
            <a:ext cx="6400000" cy="360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D0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B66CEE-1E39-298F-C3A6-34FD7B6DE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EF4D00D-D692-533C-9D0F-CC467A5C67B3}"/>
              </a:ext>
            </a:extLst>
          </p:cNvPr>
          <p:cNvSpPr/>
          <p:nvPr/>
        </p:nvSpPr>
        <p:spPr>
          <a:xfrm>
            <a:off x="457200" y="365760"/>
            <a:ext cx="54864" cy="54864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5CD03F9-8DFD-44BD-1E73-80322066F401}"/>
              </a:ext>
            </a:extLst>
          </p:cNvPr>
          <p:cNvSpPr/>
          <p:nvPr/>
        </p:nvSpPr>
        <p:spPr>
          <a:xfrm>
            <a:off x="640080" y="3200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Upload</a:t>
            </a:r>
            <a:endParaRPr lang="en-US" sz="3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0A2D102-E7FD-25A8-3FCD-EBA79388FDD8}"/>
              </a:ext>
            </a:extLst>
          </p:cNvPr>
          <p:cNvSpPr/>
          <p:nvPr/>
        </p:nvSpPr>
        <p:spPr>
          <a:xfrm>
            <a:off x="4663440" y="4173181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A5F6F1-06EC-CAEC-13E1-BF51CC8823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4572" y="1033982"/>
            <a:ext cx="640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749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D0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3A279A-D8C4-EE82-A720-B68551462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32EFF4A-8AD8-35C8-A063-558C7CF008C1}"/>
              </a:ext>
            </a:extLst>
          </p:cNvPr>
          <p:cNvSpPr/>
          <p:nvPr/>
        </p:nvSpPr>
        <p:spPr>
          <a:xfrm>
            <a:off x="457200" y="365760"/>
            <a:ext cx="54864" cy="54864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60A3AD1-1037-E013-8FFE-C024AA643C1E}"/>
              </a:ext>
            </a:extLst>
          </p:cNvPr>
          <p:cNvSpPr/>
          <p:nvPr/>
        </p:nvSpPr>
        <p:spPr>
          <a:xfrm>
            <a:off x="640080" y="3200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Docker — Single Container</a:t>
            </a:r>
            <a:endParaRPr lang="en-US" sz="3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F0B5CF9-232B-DDB4-B60D-798CA061D120}"/>
              </a:ext>
            </a:extLst>
          </p:cNvPr>
          <p:cNvSpPr/>
          <p:nvPr/>
        </p:nvSpPr>
        <p:spPr>
          <a:xfrm>
            <a:off x="594360" y="12344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CF3BB27-2E31-EC13-3AF2-77DD33932D35}"/>
              </a:ext>
            </a:extLst>
          </p:cNvPr>
          <p:cNvSpPr/>
          <p:nvPr/>
        </p:nvSpPr>
        <p:spPr>
          <a:xfrm>
            <a:off x="2514600" y="1097280"/>
            <a:ext cx="4114800" cy="3474720"/>
          </a:xfrm>
          <a:prstGeom prst="rect">
            <a:avLst/>
          </a:prstGeom>
          <a:solidFill>
            <a:srgbClr val="201E1B"/>
          </a:solidFill>
          <a:ln w="9525">
            <a:solidFill>
              <a:srgbClr val="2E2B2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BCB48F7-C665-11C6-FE25-7A8248CE8F53}"/>
              </a:ext>
            </a:extLst>
          </p:cNvPr>
          <p:cNvSpPr/>
          <p:nvPr/>
        </p:nvSpPr>
        <p:spPr>
          <a:xfrm>
            <a:off x="2651760" y="12344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A6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Run</a:t>
            </a:r>
            <a:endParaRPr lang="en-US" sz="1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D900EAB-27ED-98BA-292F-5DA31DD6E889}"/>
              </a:ext>
            </a:extLst>
          </p:cNvPr>
          <p:cNvSpPr/>
          <p:nvPr/>
        </p:nvSpPr>
        <p:spPr>
          <a:xfrm>
            <a:off x="2651760" y="1691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IMAGE</a:t>
            </a:r>
            <a:endParaRPr lang="en-US" sz="9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AB606843-D603-2484-3FBD-72FC5EA3CDDD}"/>
              </a:ext>
            </a:extLst>
          </p:cNvPr>
          <p:cNvSpPr/>
          <p:nvPr/>
        </p:nvSpPr>
        <p:spPr>
          <a:xfrm>
            <a:off x="2651760" y="1965960"/>
            <a:ext cx="3840480" cy="438912"/>
          </a:xfrm>
          <a:prstGeom prst="rect">
            <a:avLst/>
          </a:prstGeom>
          <a:solidFill>
            <a:srgbClr val="0A0908"/>
          </a:solidFill>
          <a:ln w="6350">
            <a:solidFill>
              <a:srgbClr val="2E2B26"/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530754A-D770-6505-5382-F5FC726555EF}"/>
              </a:ext>
            </a:extLst>
          </p:cNvPr>
          <p:cNvSpPr/>
          <p:nvPr/>
        </p:nvSpPr>
        <p:spPr>
          <a:xfrm>
            <a:off x="2743200" y="19842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 -t pdf-cms .</a:t>
            </a:r>
            <a:endParaRPr lang="en-US" sz="11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C031E36-4548-AD03-3992-612D88F429F3}"/>
              </a:ext>
            </a:extLst>
          </p:cNvPr>
          <p:cNvSpPr/>
          <p:nvPr/>
        </p:nvSpPr>
        <p:spPr>
          <a:xfrm>
            <a:off x="2651760" y="2651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CONTAINER</a:t>
            </a:r>
            <a:endParaRPr lang="en-US" sz="9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ABDA7C08-BC95-8655-4B5C-1B99EC0A562D}"/>
              </a:ext>
            </a:extLst>
          </p:cNvPr>
          <p:cNvSpPr/>
          <p:nvPr/>
        </p:nvSpPr>
        <p:spPr>
          <a:xfrm>
            <a:off x="2651760" y="2926080"/>
            <a:ext cx="3840480" cy="438912"/>
          </a:xfrm>
          <a:prstGeom prst="rect">
            <a:avLst/>
          </a:prstGeom>
          <a:solidFill>
            <a:srgbClr val="0A0908"/>
          </a:solidFill>
          <a:ln w="6350">
            <a:solidFill>
              <a:srgbClr val="2E2B26"/>
            </a:solidFill>
            <a:prstDash val="solid"/>
          </a:ln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0250044F-7686-F563-94E0-394FC7F2D92C}"/>
              </a:ext>
            </a:extLst>
          </p:cNvPr>
          <p:cNvSpPr/>
          <p:nvPr/>
        </p:nvSpPr>
        <p:spPr>
          <a:xfrm>
            <a:off x="2743200" y="29443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-p 8000:8000 pdf-cms</a:t>
            </a:r>
            <a:endParaRPr lang="en-US" sz="11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C75BAA0-D5D8-46B2-C8E2-DA1DB8FF879B}"/>
              </a:ext>
            </a:extLst>
          </p:cNvPr>
          <p:cNvSpPr/>
          <p:nvPr/>
        </p:nvSpPr>
        <p:spPr>
          <a:xfrm>
            <a:off x="2651760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BROWSER</a:t>
            </a:r>
            <a:endParaRPr lang="en-US" sz="9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DDC8D470-3794-90B6-E4E3-D3D211355B79}"/>
              </a:ext>
            </a:extLst>
          </p:cNvPr>
          <p:cNvSpPr/>
          <p:nvPr/>
        </p:nvSpPr>
        <p:spPr>
          <a:xfrm>
            <a:off x="2651760" y="3886200"/>
            <a:ext cx="3840480" cy="438912"/>
          </a:xfrm>
          <a:prstGeom prst="rect">
            <a:avLst/>
          </a:prstGeom>
          <a:solidFill>
            <a:srgbClr val="0A0908"/>
          </a:solidFill>
          <a:ln w="6350">
            <a:solidFill>
              <a:srgbClr val="2E2B26"/>
            </a:solidFill>
            <a:prstDash val="solid"/>
          </a:ln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0628699-5B34-C8CF-0F85-FE1077A865CD}"/>
              </a:ext>
            </a:extLst>
          </p:cNvPr>
          <p:cNvSpPr/>
          <p:nvPr/>
        </p:nvSpPr>
        <p:spPr>
          <a:xfrm>
            <a:off x="2743200" y="39044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http://localhost:8000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422014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D0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90A0E9-DD86-06A5-C7E5-483F45BBF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C2B3DD9-81EE-499C-E9D9-CD4E2E0C3180}"/>
              </a:ext>
            </a:extLst>
          </p:cNvPr>
          <p:cNvSpPr/>
          <p:nvPr/>
        </p:nvSpPr>
        <p:spPr>
          <a:xfrm>
            <a:off x="457200" y="365760"/>
            <a:ext cx="54864" cy="54864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1FF28B4-F10F-8F80-4173-A352A0340693}"/>
              </a:ext>
            </a:extLst>
          </p:cNvPr>
          <p:cNvSpPr/>
          <p:nvPr/>
        </p:nvSpPr>
        <p:spPr>
          <a:xfrm>
            <a:off x="640080" y="3200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Docker Hub</a:t>
            </a:r>
            <a:endParaRPr lang="en-US" sz="3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2B3051F-D250-5B61-4BC2-33F1E273D915}"/>
              </a:ext>
            </a:extLst>
          </p:cNvPr>
          <p:cNvSpPr/>
          <p:nvPr/>
        </p:nvSpPr>
        <p:spPr>
          <a:xfrm>
            <a:off x="4663440" y="4173181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CFA08D-4B1C-E9A5-7382-79921B91E5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020"/>
          <a:stretch>
            <a:fillRect/>
          </a:stretch>
        </p:blipFill>
        <p:spPr>
          <a:xfrm>
            <a:off x="1357540" y="1146520"/>
            <a:ext cx="6400000" cy="338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0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D0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B2EFE0-C819-9B3B-F82F-3F5193CDA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0D8AB18-4577-3E3E-1886-7BF3CD4F49F1}"/>
              </a:ext>
            </a:extLst>
          </p:cNvPr>
          <p:cNvSpPr/>
          <p:nvPr/>
        </p:nvSpPr>
        <p:spPr>
          <a:xfrm>
            <a:off x="457200" y="365760"/>
            <a:ext cx="54864" cy="54864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A6A8C3C-A9FA-798F-064C-63715414DB39}"/>
              </a:ext>
            </a:extLst>
          </p:cNvPr>
          <p:cNvSpPr/>
          <p:nvPr/>
        </p:nvSpPr>
        <p:spPr>
          <a:xfrm>
            <a:off x="640080" y="3200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Kubernetes</a:t>
            </a:r>
            <a:endParaRPr lang="en-US" sz="3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4E4FE26-DBCB-C87D-BDA3-40577E3EF730}"/>
              </a:ext>
            </a:extLst>
          </p:cNvPr>
          <p:cNvSpPr/>
          <p:nvPr/>
        </p:nvSpPr>
        <p:spPr>
          <a:xfrm>
            <a:off x="4663440" y="4173181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DED712-8577-0173-2D13-3207319FF7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359" y="987557"/>
            <a:ext cx="7001283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7669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D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" cy="54864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Project Structure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3566160"/>
          </a:xfrm>
          <a:prstGeom prst="rect">
            <a:avLst/>
          </a:prstGeom>
          <a:solidFill>
            <a:srgbClr val="201E1B"/>
          </a:solidFill>
          <a:ln w="9525">
            <a:solidFill>
              <a:srgbClr val="2E2B2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34440"/>
            <a:ext cx="374904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C9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pdf-cms/</a:t>
            </a:r>
            <a:endParaRPr lang="en-US" sz="12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E8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app/</a:t>
            </a:r>
            <a:endParaRPr lang="en-US" sz="12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7A7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main.py</a:t>
            </a:r>
            <a:endParaRPr lang="en-US" sz="12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7A7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database.py</a:t>
            </a:r>
            <a:endParaRPr lang="en-US" sz="12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7A7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seed.py</a:t>
            </a:r>
            <a:endParaRPr lang="en-US" sz="12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E8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templates/</a:t>
            </a:r>
            <a:endParaRPr lang="en-US" sz="12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7A7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index.html</a:t>
            </a:r>
            <a:endParaRPr lang="en-US" sz="12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E8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demo-files/</a:t>
            </a:r>
            <a:endParaRPr lang="en-US" sz="12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7A7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*.pdf</a:t>
            </a:r>
            <a:endParaRPr lang="en-US" sz="12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E8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k8s/</a:t>
            </a:r>
            <a:endParaRPr lang="en-US" sz="12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7A7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deployment.yaml</a:t>
            </a:r>
            <a:endParaRPr lang="en-US" sz="12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7A7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service.yaml</a:t>
            </a:r>
            <a:endParaRPr lang="en-US" sz="12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C9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Dockerfile</a:t>
            </a:r>
            <a:endParaRPr lang="en-US" sz="12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C9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entrypoint.sh</a:t>
            </a:r>
            <a:endParaRPr lang="en-US" sz="12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7A7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requirements.txt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46320" y="11155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46320" y="13716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FastAPI routes — the entire backend logic in one file.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846320" y="17099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database.py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0" y="19659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connection + schema creation. Auto-runs on startup.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0" y="23042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seed.py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25603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Populates demo PDFs on first boot. Skips if data exists.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0" y="28986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31546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frontend — JS, CSS, and HTML in one Jinja2 template.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34930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entrypoint.sh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37490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seed.py then starts Uvicorn. Docker entry point.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40873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Dockerfile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43434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single image: code + deps + demo files + scripts.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0D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12801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i="1" dirty="0">
                <a:latin typeface="Georgia" pitchFamily="34" charset="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production-ready PDF CMS — in a single Docker container.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0" y="2971800"/>
            <a:ext cx="2743200" cy="0"/>
          </a:xfrm>
          <a:prstGeom prst="line">
            <a:avLst/>
          </a:prstGeom>
          <a:noFill/>
          <a:ln w="12700">
            <a:solidFill>
              <a:srgbClr val="8A6F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3246120"/>
            <a:ext cx="1554480" cy="411480"/>
          </a:xfrm>
          <a:prstGeom prst="rect">
            <a:avLst/>
          </a:prstGeom>
          <a:solidFill>
            <a:srgbClr val="201E1B"/>
          </a:solidFill>
          <a:ln w="9525">
            <a:solidFill>
              <a:srgbClr val="2E2B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264408"/>
            <a:ext cx="1554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0" y="3246120"/>
            <a:ext cx="1554480" cy="411480"/>
          </a:xfrm>
          <a:prstGeom prst="rect">
            <a:avLst/>
          </a:prstGeom>
          <a:solidFill>
            <a:srgbClr val="201E1B"/>
          </a:solidFill>
          <a:ln w="9525">
            <a:solidFill>
              <a:srgbClr val="2E2B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3264408"/>
            <a:ext cx="1554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3246120"/>
            <a:ext cx="1554480" cy="411480"/>
          </a:xfrm>
          <a:prstGeom prst="rect">
            <a:avLst/>
          </a:prstGeom>
          <a:solidFill>
            <a:srgbClr val="201E1B"/>
          </a:solidFill>
          <a:ln w="9525">
            <a:solidFill>
              <a:srgbClr val="2E2B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3264408"/>
            <a:ext cx="1554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3246120"/>
            <a:ext cx="1554480" cy="411480"/>
          </a:xfrm>
          <a:prstGeom prst="rect">
            <a:avLst/>
          </a:prstGeom>
          <a:solidFill>
            <a:srgbClr val="201E1B"/>
          </a:solidFill>
          <a:ln w="9525">
            <a:solidFill>
              <a:srgbClr val="2E2B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3264408"/>
            <a:ext cx="1554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8A6F44"/>
          </a:solidFill>
          <a:ln w="12700">
            <a:solidFill>
              <a:srgbClr val="8A6F44"/>
            </a:solidFill>
            <a:prstDash val="solid"/>
          </a:ln>
        </p:spPr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16</TotalTime>
  <Words>484</Words>
  <Application>Microsoft Office PowerPoint</Application>
  <PresentationFormat>On-screen Show (16:9)</PresentationFormat>
  <Paragraphs>105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Calibri</vt:lpstr>
      <vt:lpstr>Century Gothic</vt:lpstr>
      <vt:lpstr>Consolas</vt:lpstr>
      <vt:lpstr>Garamond</vt:lpstr>
      <vt:lpstr>Georgia</vt:lpstr>
      <vt:lpstr>Savon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Archivum PDF CMS</dc:title>
  <dc:subject>PptxGenJS Presentation</dc:subject>
  <dc:creator>PptxGenJS</dc:creator>
  <cp:lastModifiedBy>Chinmay Ajmera</cp:lastModifiedBy>
  <cp:revision>4</cp:revision>
  <dcterms:created xsi:type="dcterms:W3CDTF">2026-02-26T21:28:27Z</dcterms:created>
  <dcterms:modified xsi:type="dcterms:W3CDTF">2026-02-26T22:26:01Z</dcterms:modified>
</cp:coreProperties>
</file>